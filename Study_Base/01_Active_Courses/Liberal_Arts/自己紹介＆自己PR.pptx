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0" autoAdjust="0"/>
    <p:restoredTop sz="94660"/>
  </p:normalViewPr>
  <p:slideViewPr>
    <p:cSldViewPr snapToGrid="0">
      <p:cViewPr varScale="1">
        <p:scale>
          <a:sx n="93" d="100"/>
          <a:sy n="93" d="100"/>
        </p:scale>
        <p:origin x="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史 岡田" userId="28477f1fe4ca110d" providerId="LiveId" clId="{97DA37C8-2BB5-437F-9DA1-F9061132BC1A}"/>
    <pc:docChg chg="modSld">
      <pc:chgData name="陸史 岡田" userId="28477f1fe4ca110d" providerId="LiveId" clId="{97DA37C8-2BB5-437F-9DA1-F9061132BC1A}" dt="2023-10-15T20:05:56.619" v="1" actId="1076"/>
      <pc:docMkLst>
        <pc:docMk/>
      </pc:docMkLst>
      <pc:sldChg chg="modSp mod">
        <pc:chgData name="陸史 岡田" userId="28477f1fe4ca110d" providerId="LiveId" clId="{97DA37C8-2BB5-437F-9DA1-F9061132BC1A}" dt="2023-10-15T20:04:52.956" v="0" actId="1076"/>
        <pc:sldMkLst>
          <pc:docMk/>
          <pc:sldMk cId="2028686567" sldId="259"/>
        </pc:sldMkLst>
        <pc:spChg chg="mod">
          <ac:chgData name="陸史 岡田" userId="28477f1fe4ca110d" providerId="LiveId" clId="{97DA37C8-2BB5-437F-9DA1-F9061132BC1A}" dt="2023-10-15T20:04:52.956" v="0" actId="1076"/>
          <ac:spMkLst>
            <pc:docMk/>
            <pc:sldMk cId="2028686567" sldId="259"/>
            <ac:spMk id="2" creationId="{B36181B7-182C-2309-C0C5-AB4142B667A4}"/>
          </ac:spMkLst>
        </pc:spChg>
      </pc:sldChg>
      <pc:sldChg chg="modSp mod">
        <pc:chgData name="陸史 岡田" userId="28477f1fe4ca110d" providerId="LiveId" clId="{97DA37C8-2BB5-437F-9DA1-F9061132BC1A}" dt="2023-10-15T20:05:56.619" v="1" actId="1076"/>
        <pc:sldMkLst>
          <pc:docMk/>
          <pc:sldMk cId="2815987566" sldId="261"/>
        </pc:sldMkLst>
        <pc:spChg chg="mod">
          <ac:chgData name="陸史 岡田" userId="28477f1fe4ca110d" providerId="LiveId" clId="{97DA37C8-2BB5-437F-9DA1-F9061132BC1A}" dt="2023-10-15T20:05:56.619" v="1" actId="1076"/>
          <ac:spMkLst>
            <pc:docMk/>
            <pc:sldMk cId="2815987566" sldId="261"/>
            <ac:spMk id="2" creationId="{57D1A760-5D62-1663-8831-B882042C7F8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58089B-9B28-70EF-07D7-C6F24D2A4DC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673BA80-1EBC-6C76-894D-2DCCC80EDA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3014E90-E543-33EB-07D3-CAF702E5B39F}"/>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5" name="フッター プレースホルダー 4">
            <a:extLst>
              <a:ext uri="{FF2B5EF4-FFF2-40B4-BE49-F238E27FC236}">
                <a16:creationId xmlns:a16="http://schemas.microsoft.com/office/drawing/2014/main" id="{09F522A8-E445-A329-4A49-6B6B9C0044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3B3D2F-58AE-3334-CEA6-41448DB621E3}"/>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2038673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6CA721-BFFC-5937-FEA5-0846F4AB603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8036699-8B05-8962-8A0A-956392E992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F7E67F-7E1D-56EB-27E8-503C31A656EE}"/>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5" name="フッター プレースホルダー 4">
            <a:extLst>
              <a:ext uri="{FF2B5EF4-FFF2-40B4-BE49-F238E27FC236}">
                <a16:creationId xmlns:a16="http://schemas.microsoft.com/office/drawing/2014/main" id="{A07D34AA-EA02-63AB-0CC2-A7A53F85F09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7D2997-BECC-4DB4-96D1-B3023B768419}"/>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2218545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CA6A25-77C1-37E1-F20F-7468484A7C4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3F0BDE3-79E8-C997-313D-C746E8B903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04A3F32-C6E5-350D-9228-E5B73B754138}"/>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5" name="フッター プレースホルダー 4">
            <a:extLst>
              <a:ext uri="{FF2B5EF4-FFF2-40B4-BE49-F238E27FC236}">
                <a16:creationId xmlns:a16="http://schemas.microsoft.com/office/drawing/2014/main" id="{31447077-6E80-FEBE-6B38-C1F84E9AA4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FA0770B-0BDD-53C1-1E2F-7223906DE883}"/>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1076337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B92A01-0672-441A-6F10-545B418FFCE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15B15E-6C9B-D370-3A9D-C25049D26D6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C7C1C41-4912-948A-A167-BCF4F9D71CA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AD32938-B1B9-5E3E-7234-7C6F394D8C49}"/>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6" name="フッター プレースホルダー 5">
            <a:extLst>
              <a:ext uri="{FF2B5EF4-FFF2-40B4-BE49-F238E27FC236}">
                <a16:creationId xmlns:a16="http://schemas.microsoft.com/office/drawing/2014/main" id="{B2F8C459-C253-1C40-9D3E-69EA1441F69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E3B15FF-5C4A-350B-B249-88B65349A171}"/>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3024990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05BE5B-C398-46E4-9786-FE46C44068D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A4A7A1-1D1C-5B5A-6179-C9E0CA6B7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50EB009-2AD3-F89D-E85D-FC48C7A1C5D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A791A61-528A-CC30-4CCB-AAFC1FE493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F7D9252-E0EF-1BE1-278B-5A4318125C5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684C974-8C54-034F-5EB4-C51C93DE7997}"/>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8" name="フッター プレースホルダー 7">
            <a:extLst>
              <a:ext uri="{FF2B5EF4-FFF2-40B4-BE49-F238E27FC236}">
                <a16:creationId xmlns:a16="http://schemas.microsoft.com/office/drawing/2014/main" id="{553FDBEE-764C-3C9E-4657-BCE8ED6E00A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916BF22-5222-3E43-0C08-1FC3B3B8A716}"/>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883521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40AAC6-4AF7-94DA-9879-009746B3318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F8F2AA5-BAEB-B821-66B9-54CD4CAC25B2}"/>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4" name="フッター プレースホルダー 3">
            <a:extLst>
              <a:ext uri="{FF2B5EF4-FFF2-40B4-BE49-F238E27FC236}">
                <a16:creationId xmlns:a16="http://schemas.microsoft.com/office/drawing/2014/main" id="{645FE274-01E7-ED7F-D35D-ADCB7DE3A53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D923E7-962A-C4D9-E868-9CA0E8C34C9D}"/>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877312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830C026-337F-3806-06D7-8AA491CB5834}"/>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3" name="フッター プレースホルダー 2">
            <a:extLst>
              <a:ext uri="{FF2B5EF4-FFF2-40B4-BE49-F238E27FC236}">
                <a16:creationId xmlns:a16="http://schemas.microsoft.com/office/drawing/2014/main" id="{67C86A36-1B21-C7DA-8EC5-D0737FA9DD0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519C2A1-9124-0218-3B7A-A372F922612C}"/>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3911413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5E3008-2C75-D41D-5208-E92F6038ADF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FD288AA-BFF1-5491-585C-C2B5CF4A88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6EEDA44-85EB-11D8-65BD-2BC01975E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3AEFCA4-E7EB-20CA-DF38-A032C932EC0C}"/>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6" name="フッター プレースホルダー 5">
            <a:extLst>
              <a:ext uri="{FF2B5EF4-FFF2-40B4-BE49-F238E27FC236}">
                <a16:creationId xmlns:a16="http://schemas.microsoft.com/office/drawing/2014/main" id="{CAF03222-E32A-1789-1C75-8E9C3266BF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1A8AD34-D3CF-8AA6-75D8-7A140F1EBFDE}"/>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2357874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183FE6-F625-873E-4F1D-EA341A578F1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97EA335-BCAC-17F0-8DB9-4C4B9F1A81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AFDC38E-A892-7AF9-D80A-62B2A05B3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36020FD-E2EA-4903-7375-01F79E43DFF0}"/>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6" name="フッター プレースホルダー 5">
            <a:extLst>
              <a:ext uri="{FF2B5EF4-FFF2-40B4-BE49-F238E27FC236}">
                <a16:creationId xmlns:a16="http://schemas.microsoft.com/office/drawing/2014/main" id="{CCAECC25-DCE8-F4BE-918D-0CAF717B24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75E3F9C-889B-5CDF-0C52-9E653B0DC5A3}"/>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2853783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628BD7-4AE5-0302-51AD-7B0AAFC5B13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531E475-CC45-1D82-056F-E873C03F8EB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18509E-3ACD-D0F5-77E6-AE5B7D07E6F3}"/>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5" name="フッター プレースホルダー 4">
            <a:extLst>
              <a:ext uri="{FF2B5EF4-FFF2-40B4-BE49-F238E27FC236}">
                <a16:creationId xmlns:a16="http://schemas.microsoft.com/office/drawing/2014/main" id="{52FB49CE-9F9C-C300-67E1-8DE93059C8D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17F92F4-4816-95A1-742D-13E132BD1617}"/>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637122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6502AB0-CDA4-C0D7-A0A9-6A0375519AF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0866A19-965B-7177-9F6B-F54BA97FDC0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24452A-6FA1-ED67-A972-41AEAA61E8D6}"/>
              </a:ext>
            </a:extLst>
          </p:cNvPr>
          <p:cNvSpPr>
            <a:spLocks noGrp="1"/>
          </p:cNvSpPr>
          <p:nvPr>
            <p:ph type="dt" sz="half" idx="10"/>
          </p:nvPr>
        </p:nvSpPr>
        <p:spPr/>
        <p:txBody>
          <a:bodyPr/>
          <a:lstStyle/>
          <a:p>
            <a:fld id="{1ADC7BD2-DA84-4482-996C-4F7FCE064A73}" type="datetimeFigureOut">
              <a:rPr kumimoji="1" lang="ja-JP" altLang="en-US" smtClean="0"/>
              <a:t>2023/10/14</a:t>
            </a:fld>
            <a:endParaRPr kumimoji="1" lang="ja-JP" altLang="en-US"/>
          </a:p>
        </p:txBody>
      </p:sp>
      <p:sp>
        <p:nvSpPr>
          <p:cNvPr id="5" name="フッター プレースホルダー 4">
            <a:extLst>
              <a:ext uri="{FF2B5EF4-FFF2-40B4-BE49-F238E27FC236}">
                <a16:creationId xmlns:a16="http://schemas.microsoft.com/office/drawing/2014/main" id="{D3BCACF3-72FC-8FC4-0F07-D8BA653F81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90662C-769F-0D16-F643-EE27D1642AD3}"/>
              </a:ext>
            </a:extLst>
          </p:cNvPr>
          <p:cNvSpPr>
            <a:spLocks noGrp="1"/>
          </p:cNvSpPr>
          <p:nvPr>
            <p:ph type="sldNum" sz="quarter" idx="12"/>
          </p:nvPr>
        </p:nvSpPr>
        <p:spPr/>
        <p:txBody>
          <a:body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3939749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E9840B5-1A60-3A7A-322D-46F5AB4101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842C03E-D3C5-6D84-FAB9-16B24D63AB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32A28BB-633B-69BE-BC88-D41ED6DE97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DC7BD2-DA84-4482-996C-4F7FCE064A73}" type="datetimeFigureOut">
              <a:rPr kumimoji="1" lang="ja-JP" altLang="en-US" smtClean="0"/>
              <a:t>2023/10/14</a:t>
            </a:fld>
            <a:endParaRPr kumimoji="1" lang="ja-JP" altLang="en-US"/>
          </a:p>
        </p:txBody>
      </p:sp>
      <p:sp>
        <p:nvSpPr>
          <p:cNvPr id="5" name="フッター プレースホルダー 4">
            <a:extLst>
              <a:ext uri="{FF2B5EF4-FFF2-40B4-BE49-F238E27FC236}">
                <a16:creationId xmlns:a16="http://schemas.microsoft.com/office/drawing/2014/main" id="{AF9C55EC-DF3C-F4C2-9EE6-7223CE8AB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59873F3-4FCB-266E-92ED-ABCBC35870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492A89-CEE6-4E63-A93D-D11DB5932120}" type="slidenum">
              <a:rPr kumimoji="1" lang="ja-JP" altLang="en-US" smtClean="0"/>
              <a:t>‹#›</a:t>
            </a:fld>
            <a:endParaRPr kumimoji="1" lang="ja-JP" altLang="en-US"/>
          </a:p>
        </p:txBody>
      </p:sp>
    </p:spTree>
    <p:extLst>
      <p:ext uri="{BB962C8B-B14F-4D97-AF65-F5344CB8AC3E}">
        <p14:creationId xmlns:p14="http://schemas.microsoft.com/office/powerpoint/2010/main" val="354554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FAB59B-6866-5346-B317-22FF0AB3EC2B}"/>
              </a:ext>
            </a:extLst>
          </p:cNvPr>
          <p:cNvSpPr>
            <a:spLocks noGrp="1"/>
          </p:cNvSpPr>
          <p:nvPr>
            <p:ph type="title"/>
          </p:nvPr>
        </p:nvSpPr>
        <p:spPr/>
        <p:txBody>
          <a:bodyPr/>
          <a:lstStyle/>
          <a:p>
            <a:r>
              <a:rPr kumimoji="1" lang="ja-JP" altLang="en-US" dirty="0"/>
              <a:t>自己紹介＆自己</a:t>
            </a:r>
            <a:r>
              <a:rPr kumimoji="1" lang="en-US" altLang="ja-JP" dirty="0"/>
              <a:t>PR</a:t>
            </a:r>
            <a:endParaRPr kumimoji="1" lang="ja-JP" altLang="en-US" dirty="0"/>
          </a:p>
        </p:txBody>
      </p:sp>
      <p:sp>
        <p:nvSpPr>
          <p:cNvPr id="3" name="コンテンツ プレースホルダー 2">
            <a:extLst>
              <a:ext uri="{FF2B5EF4-FFF2-40B4-BE49-F238E27FC236}">
                <a16:creationId xmlns:a16="http://schemas.microsoft.com/office/drawing/2014/main" id="{330CF6C2-D8C2-A70B-0CF5-FF26B186F4AC}"/>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1140492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4B9121-1781-8A88-BD63-93A12F2961D0}"/>
              </a:ext>
            </a:extLst>
          </p:cNvPr>
          <p:cNvSpPr>
            <a:spLocks noGrp="1"/>
          </p:cNvSpPr>
          <p:nvPr>
            <p:ph type="ctrTitle"/>
          </p:nvPr>
        </p:nvSpPr>
        <p:spPr>
          <a:xfrm>
            <a:off x="1524000" y="386716"/>
            <a:ext cx="9144000" cy="6000333"/>
          </a:xfrm>
        </p:spPr>
        <p:txBody>
          <a:bodyPr>
            <a:normAutofit/>
          </a:bodyPr>
          <a:lstStyle/>
          <a:p>
            <a:pPr algn="l"/>
            <a:r>
              <a:rPr lang="ja-JP" altLang="en-US" sz="4000" dirty="0"/>
              <a:t>＜自己紹介＞</a:t>
            </a:r>
            <a:br>
              <a:rPr lang="en-US" altLang="ja-JP" sz="4000" dirty="0"/>
            </a:br>
            <a:br>
              <a:rPr lang="en-US" altLang="ja-JP" sz="3600" dirty="0"/>
            </a:br>
            <a:r>
              <a:rPr lang="ja-JP" altLang="en-US" sz="1800" dirty="0"/>
              <a:t>オカダ　　　リクシ</a:t>
            </a:r>
            <a:br>
              <a:rPr lang="en-US" altLang="ja-JP" sz="3600" dirty="0"/>
            </a:br>
            <a:r>
              <a:rPr lang="ja-JP" altLang="en-US" sz="3600" dirty="0"/>
              <a:t>岡田　陸史</a:t>
            </a:r>
            <a:br>
              <a:rPr lang="en-US" altLang="ja-JP" sz="3600" dirty="0"/>
            </a:br>
            <a:r>
              <a:rPr lang="ja-JP" altLang="en-US" sz="3600" dirty="0"/>
              <a:t>法制大学通信教育部　経済学部経済学科</a:t>
            </a:r>
            <a:r>
              <a:rPr lang="en-US" altLang="ja-JP" sz="3600" dirty="0"/>
              <a:t>1</a:t>
            </a:r>
            <a:r>
              <a:rPr lang="ja-JP" altLang="en-US" sz="3600" dirty="0"/>
              <a:t>年</a:t>
            </a:r>
            <a:br>
              <a:rPr lang="en-US" altLang="ja-JP" sz="3600" dirty="0"/>
            </a:br>
            <a:r>
              <a:rPr lang="en-US" altLang="ja-JP" sz="3600" dirty="0"/>
              <a:t>2003</a:t>
            </a:r>
            <a:r>
              <a:rPr lang="ja-JP" altLang="en-US" sz="3600" dirty="0"/>
              <a:t>年生まれ　現在</a:t>
            </a:r>
            <a:r>
              <a:rPr lang="en-US" altLang="ja-JP" sz="3600" dirty="0"/>
              <a:t>20</a:t>
            </a:r>
            <a:r>
              <a:rPr lang="ja-JP" altLang="en-US" sz="3600" dirty="0"/>
              <a:t>歳</a:t>
            </a:r>
            <a:br>
              <a:rPr lang="en-US" altLang="ja-JP" sz="3600" dirty="0"/>
            </a:br>
            <a:br>
              <a:rPr lang="en-US" altLang="ja-JP" sz="3600" dirty="0"/>
            </a:br>
            <a:br>
              <a:rPr lang="en-US" altLang="ja-JP" sz="3600" dirty="0"/>
            </a:br>
            <a:endParaRPr kumimoji="1" lang="ja-JP" altLang="en-US" sz="8000" dirty="0"/>
          </a:p>
        </p:txBody>
      </p:sp>
    </p:spTree>
    <p:extLst>
      <p:ext uri="{BB962C8B-B14F-4D97-AF65-F5344CB8AC3E}">
        <p14:creationId xmlns:p14="http://schemas.microsoft.com/office/powerpoint/2010/main" val="3975236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11167A-1750-401D-03D4-7B1AB9769D25}"/>
              </a:ext>
            </a:extLst>
          </p:cNvPr>
          <p:cNvSpPr>
            <a:spLocks noGrp="1"/>
          </p:cNvSpPr>
          <p:nvPr>
            <p:ph type="title"/>
          </p:nvPr>
        </p:nvSpPr>
        <p:spPr/>
        <p:txBody>
          <a:bodyPr/>
          <a:lstStyle/>
          <a:p>
            <a:r>
              <a:rPr lang="ja-JP" altLang="en-US" dirty="0"/>
              <a:t>出会い</a:t>
            </a:r>
            <a:endParaRPr kumimoji="1" lang="ja-JP" altLang="en-US" dirty="0"/>
          </a:p>
        </p:txBody>
      </p:sp>
      <p:sp>
        <p:nvSpPr>
          <p:cNvPr id="3" name="コンテンツ プレースホルダー 2">
            <a:extLst>
              <a:ext uri="{FF2B5EF4-FFF2-40B4-BE49-F238E27FC236}">
                <a16:creationId xmlns:a16="http://schemas.microsoft.com/office/drawing/2014/main" id="{B03D5D17-8BD2-A59B-302B-BA7AFB248E2F}"/>
              </a:ext>
            </a:extLst>
          </p:cNvPr>
          <p:cNvSpPr>
            <a:spLocks noGrp="1"/>
          </p:cNvSpPr>
          <p:nvPr>
            <p:ph idx="1"/>
          </p:nvPr>
        </p:nvSpPr>
        <p:spPr/>
        <p:txBody>
          <a:bodyPr/>
          <a:lstStyle/>
          <a:p>
            <a:r>
              <a:rPr kumimoji="1" lang="ja-JP" altLang="en-US" dirty="0"/>
              <a:t>折本さんと出会い、軽く</a:t>
            </a:r>
            <a:r>
              <a:rPr kumimoji="1" lang="en-US" altLang="ja-JP" dirty="0"/>
              <a:t>DM</a:t>
            </a:r>
            <a:r>
              <a:rPr kumimoji="1" lang="ja-JP" altLang="en-US" dirty="0"/>
              <a:t>でやり取りをする</a:t>
            </a:r>
            <a:endParaRPr kumimoji="1" lang="en-US" altLang="ja-JP" dirty="0"/>
          </a:p>
          <a:p>
            <a:r>
              <a:rPr lang="ja-JP" altLang="en-US" dirty="0"/>
              <a:t>その後、何度か通話をするうちにあこがれを抱き、自分も早い時点でビジネスを始めたいと思った。</a:t>
            </a:r>
            <a:endParaRPr lang="en-US" altLang="ja-JP" dirty="0"/>
          </a:p>
          <a:p>
            <a:r>
              <a:rPr kumimoji="1" lang="ja-JP" altLang="en-US" dirty="0"/>
              <a:t>折本さんから宇田川さんを紹介していただく。</a:t>
            </a:r>
            <a:endParaRPr lang="en-US" altLang="ja-JP" dirty="0"/>
          </a:p>
          <a:p>
            <a:r>
              <a:rPr kumimoji="1" lang="ja-JP" altLang="en-US" dirty="0"/>
              <a:t>将来的に</a:t>
            </a:r>
            <a:r>
              <a:rPr kumimoji="1" lang="en-US" altLang="ja-JP" dirty="0"/>
              <a:t>AI</a:t>
            </a:r>
            <a:r>
              <a:rPr lang="ja-JP" altLang="en-US" dirty="0"/>
              <a:t>がマスメディアとなり、人々の情報源になる、とお話をしていただく</a:t>
            </a:r>
            <a:endParaRPr lang="en-US" altLang="ja-JP" dirty="0"/>
          </a:p>
          <a:p>
            <a:r>
              <a:rPr lang="ja-JP" altLang="en-US" dirty="0"/>
              <a:t>この</a:t>
            </a:r>
            <a:r>
              <a:rPr lang="en-US" altLang="ja-JP" dirty="0"/>
              <a:t>AI</a:t>
            </a:r>
            <a:r>
              <a:rPr lang="ja-JP" altLang="en-US" dirty="0"/>
              <a:t>への転換期にしっかりとビジネスを行えるようにするために今からスキルを磨いていこうと思った</a:t>
            </a:r>
            <a:endParaRPr lang="en-US" altLang="ja-JP" dirty="0"/>
          </a:p>
          <a:p>
            <a:r>
              <a:rPr kumimoji="1" lang="ja-JP" altLang="en-US" dirty="0"/>
              <a:t>長﨑さんを紹介していただく</a:t>
            </a:r>
          </a:p>
        </p:txBody>
      </p:sp>
    </p:spTree>
    <p:extLst>
      <p:ext uri="{BB962C8B-B14F-4D97-AF65-F5344CB8AC3E}">
        <p14:creationId xmlns:p14="http://schemas.microsoft.com/office/powerpoint/2010/main" val="1613500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6181B7-182C-2309-C0C5-AB4142B667A4}"/>
              </a:ext>
            </a:extLst>
          </p:cNvPr>
          <p:cNvSpPr>
            <a:spLocks noGrp="1"/>
          </p:cNvSpPr>
          <p:nvPr>
            <p:ph type="title"/>
          </p:nvPr>
        </p:nvSpPr>
        <p:spPr>
          <a:xfrm>
            <a:off x="838200" y="372000"/>
            <a:ext cx="10515600" cy="1325563"/>
          </a:xfrm>
        </p:spPr>
        <p:txBody>
          <a:bodyPr/>
          <a:lstStyle/>
          <a:p>
            <a:r>
              <a:rPr kumimoji="1" lang="ja-JP" altLang="en-US" dirty="0"/>
              <a:t>起業に対する考え</a:t>
            </a:r>
          </a:p>
        </p:txBody>
      </p:sp>
      <p:sp>
        <p:nvSpPr>
          <p:cNvPr id="3" name="コンテンツ プレースホルダー 2">
            <a:extLst>
              <a:ext uri="{FF2B5EF4-FFF2-40B4-BE49-F238E27FC236}">
                <a16:creationId xmlns:a16="http://schemas.microsoft.com/office/drawing/2014/main" id="{EB4279F6-CD61-D73C-0B31-93A8404C6B08}"/>
              </a:ext>
            </a:extLst>
          </p:cNvPr>
          <p:cNvSpPr>
            <a:spLocks noGrp="1"/>
          </p:cNvSpPr>
          <p:nvPr>
            <p:ph idx="1"/>
          </p:nvPr>
        </p:nvSpPr>
        <p:spPr/>
        <p:txBody>
          <a:bodyPr/>
          <a:lstStyle/>
          <a:p>
            <a:r>
              <a:rPr kumimoji="1" lang="ja-JP" altLang="en-US" dirty="0"/>
              <a:t>中学時代</a:t>
            </a:r>
            <a:r>
              <a:rPr lang="ja-JP" altLang="en-US" dirty="0"/>
              <a:t>から、将来的に自分でビジネスをやってみたい、という考えはあった。</a:t>
            </a:r>
            <a:endParaRPr lang="en-US" altLang="ja-JP" dirty="0"/>
          </a:p>
          <a:p>
            <a:r>
              <a:rPr lang="ja-JP" altLang="en-US" dirty="0"/>
              <a:t>その理由が</a:t>
            </a:r>
            <a:endParaRPr lang="en-US" altLang="ja-JP" dirty="0"/>
          </a:p>
          <a:p>
            <a:pPr marL="514350" indent="-514350">
              <a:buFont typeface="+mj-lt"/>
              <a:buAutoNum type="arabicPeriod"/>
            </a:pPr>
            <a:r>
              <a:rPr lang="ja-JP" altLang="en-US" dirty="0"/>
              <a:t>自分で考えて行動することが好きだった</a:t>
            </a:r>
            <a:endParaRPr lang="en-US" altLang="ja-JP" dirty="0"/>
          </a:p>
          <a:p>
            <a:pPr marL="514350" indent="-514350">
              <a:buFont typeface="+mj-lt"/>
              <a:buAutoNum type="arabicPeriod"/>
            </a:pPr>
            <a:r>
              <a:rPr lang="ja-JP" altLang="en-US" dirty="0"/>
              <a:t>独創的な考え方、間の取り方をするので、集団に属するよりも自分でやっていく方が向いていると思った</a:t>
            </a:r>
            <a:endParaRPr lang="en-US" altLang="ja-JP" dirty="0"/>
          </a:p>
          <a:p>
            <a:pPr marL="514350" indent="-514350">
              <a:buFont typeface="+mj-lt"/>
              <a:buAutoNum type="arabicPeriod"/>
            </a:pPr>
            <a:r>
              <a:rPr lang="ja-JP" altLang="en-US" dirty="0"/>
              <a:t>資本主義社会である以上、お金は大切⇒成功すれば年収も跳ね上がる</a:t>
            </a:r>
            <a:endParaRPr lang="en-US" altLang="ja-JP" dirty="0"/>
          </a:p>
          <a:p>
            <a:pPr marL="514350" indent="-514350">
              <a:buFont typeface="+mj-lt"/>
              <a:buAutoNum type="arabicPeriod"/>
            </a:pPr>
            <a:endParaRPr lang="en-US" altLang="ja-JP" dirty="0"/>
          </a:p>
        </p:txBody>
      </p:sp>
    </p:spTree>
    <p:extLst>
      <p:ext uri="{BB962C8B-B14F-4D97-AF65-F5344CB8AC3E}">
        <p14:creationId xmlns:p14="http://schemas.microsoft.com/office/powerpoint/2010/main" val="2028686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40DF34-DE6B-6A12-BE99-874776259683}"/>
              </a:ext>
            </a:extLst>
          </p:cNvPr>
          <p:cNvSpPr>
            <a:spLocks noGrp="1"/>
          </p:cNvSpPr>
          <p:nvPr>
            <p:ph type="title"/>
          </p:nvPr>
        </p:nvSpPr>
        <p:spPr/>
        <p:txBody>
          <a:bodyPr/>
          <a:lstStyle/>
          <a:p>
            <a:r>
              <a:rPr kumimoji="1" lang="ja-JP" altLang="en-US" dirty="0"/>
              <a:t>運動家～</a:t>
            </a:r>
            <a:r>
              <a:rPr kumimoji="1" lang="en-US" altLang="ja-JP" dirty="0"/>
              <a:t>16Personalities</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4CA5CC28-46F7-7882-0279-BB41BCFEC196}"/>
              </a:ext>
            </a:extLst>
          </p:cNvPr>
          <p:cNvSpPr>
            <a:spLocks noGrp="1"/>
          </p:cNvSpPr>
          <p:nvPr>
            <p:ph idx="1"/>
          </p:nvPr>
        </p:nvSpPr>
        <p:spPr/>
        <p:txBody>
          <a:bodyPr>
            <a:normAutofit fontScale="92500"/>
          </a:bodyPr>
          <a:lstStyle/>
          <a:p>
            <a:r>
              <a:rPr kumimoji="1" lang="ja-JP" altLang="en-US" dirty="0"/>
              <a:t>エネルギー　</a:t>
            </a:r>
            <a:r>
              <a:rPr kumimoji="1" lang="en-US" altLang="ja-JP" dirty="0"/>
              <a:t>51</a:t>
            </a:r>
            <a:r>
              <a:rPr kumimoji="1" lang="ja-JP" altLang="en-US" dirty="0"/>
              <a:t>％外交型</a:t>
            </a:r>
            <a:br>
              <a:rPr kumimoji="1" lang="en-US" altLang="ja-JP" dirty="0"/>
            </a:br>
            <a:r>
              <a:rPr kumimoji="1" lang="ja-JP" altLang="en-US" dirty="0"/>
              <a:t>グループで行う活動、人との交流を大切にする</a:t>
            </a:r>
            <a:endParaRPr kumimoji="1" lang="en-US" altLang="ja-JP" dirty="0"/>
          </a:p>
          <a:p>
            <a:r>
              <a:rPr lang="ja-JP" altLang="en-US" dirty="0"/>
              <a:t>意識　</a:t>
            </a:r>
            <a:r>
              <a:rPr lang="en-US" altLang="ja-JP" dirty="0"/>
              <a:t>83</a:t>
            </a:r>
            <a:r>
              <a:rPr lang="ja-JP" altLang="en-US" dirty="0"/>
              <a:t>％直感型</a:t>
            </a:r>
            <a:br>
              <a:rPr lang="en-US" altLang="ja-JP" dirty="0"/>
            </a:br>
            <a:r>
              <a:rPr lang="ja-JP" altLang="en-US" dirty="0"/>
              <a:t>偏見が少なく、想像力豊かで好奇心が旺盛</a:t>
            </a:r>
            <a:endParaRPr lang="en-US" altLang="ja-JP" dirty="0"/>
          </a:p>
          <a:p>
            <a:r>
              <a:rPr kumimoji="1" lang="ja-JP" altLang="en-US" dirty="0"/>
              <a:t>気質　</a:t>
            </a:r>
            <a:r>
              <a:rPr kumimoji="1" lang="en-US" altLang="ja-JP" dirty="0"/>
              <a:t>61</a:t>
            </a:r>
            <a:r>
              <a:rPr kumimoji="1" lang="ja-JP" altLang="en-US" dirty="0"/>
              <a:t>％道理型</a:t>
            </a:r>
            <a:br>
              <a:rPr lang="en-US" altLang="ja-JP" dirty="0"/>
            </a:br>
            <a:r>
              <a:rPr lang="ja-JP" altLang="en-US" dirty="0"/>
              <a:t>感情表現や感受性を大切にし、共感といった社会の調和を重視する</a:t>
            </a:r>
            <a:endParaRPr kumimoji="1" lang="en-US" altLang="ja-JP" dirty="0"/>
          </a:p>
          <a:p>
            <a:r>
              <a:rPr kumimoji="1" lang="ja-JP" altLang="en-US" dirty="0"/>
              <a:t>戦術　</a:t>
            </a:r>
            <a:r>
              <a:rPr kumimoji="1" lang="en-US" altLang="ja-JP" dirty="0"/>
              <a:t>51</a:t>
            </a:r>
            <a:r>
              <a:rPr kumimoji="1" lang="ja-JP" altLang="en-US" dirty="0"/>
              <a:t>％探索型</a:t>
            </a:r>
            <a:br>
              <a:rPr lang="en-US" altLang="ja-JP" dirty="0"/>
            </a:br>
            <a:r>
              <a:rPr lang="ja-JP" altLang="en-US" dirty="0"/>
              <a:t>臨機応変で柔軟な対応ができ、目新しさを大切にする</a:t>
            </a:r>
            <a:endParaRPr lang="en-US" altLang="ja-JP" dirty="0"/>
          </a:p>
          <a:p>
            <a:r>
              <a:rPr kumimoji="1" lang="ja-JP" altLang="en-US" dirty="0"/>
              <a:t>アイデンティティ　</a:t>
            </a:r>
            <a:r>
              <a:rPr kumimoji="1" lang="en-US" altLang="ja-JP" dirty="0"/>
              <a:t>64</a:t>
            </a:r>
            <a:r>
              <a:rPr kumimoji="1" lang="ja-JP" altLang="en-US" dirty="0"/>
              <a:t>％自己主張型</a:t>
            </a:r>
            <a:br>
              <a:rPr lang="en-US" altLang="ja-JP" dirty="0"/>
            </a:br>
            <a:r>
              <a:rPr lang="ja-JP" altLang="en-US" dirty="0"/>
              <a:t>ストレス耐性があり、目標に対して自信を持っている</a:t>
            </a:r>
            <a:endParaRPr kumimoji="1" lang="en-US" altLang="ja-JP" dirty="0"/>
          </a:p>
        </p:txBody>
      </p:sp>
    </p:spTree>
    <p:extLst>
      <p:ext uri="{BB962C8B-B14F-4D97-AF65-F5344CB8AC3E}">
        <p14:creationId xmlns:p14="http://schemas.microsoft.com/office/powerpoint/2010/main" val="2623598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1A760-5D62-1663-8831-B882042C7F86}"/>
              </a:ext>
            </a:extLst>
          </p:cNvPr>
          <p:cNvSpPr>
            <a:spLocks noGrp="1"/>
          </p:cNvSpPr>
          <p:nvPr>
            <p:ph type="title"/>
          </p:nvPr>
        </p:nvSpPr>
        <p:spPr>
          <a:xfrm>
            <a:off x="838200" y="227621"/>
            <a:ext cx="10515600" cy="1325563"/>
          </a:xfrm>
        </p:spPr>
        <p:txBody>
          <a:bodyPr/>
          <a:lstStyle/>
          <a:p>
            <a:r>
              <a:rPr kumimoji="1" lang="ja-JP" altLang="en-US" dirty="0"/>
              <a:t>自己分析</a:t>
            </a:r>
          </a:p>
        </p:txBody>
      </p:sp>
      <p:sp>
        <p:nvSpPr>
          <p:cNvPr id="3" name="コンテンツ プレースホルダー 2">
            <a:extLst>
              <a:ext uri="{FF2B5EF4-FFF2-40B4-BE49-F238E27FC236}">
                <a16:creationId xmlns:a16="http://schemas.microsoft.com/office/drawing/2014/main" id="{AA9C3CBA-BB18-3EFC-D287-7171982BEF95}"/>
              </a:ext>
            </a:extLst>
          </p:cNvPr>
          <p:cNvSpPr>
            <a:spLocks noGrp="1"/>
          </p:cNvSpPr>
          <p:nvPr>
            <p:ph idx="1"/>
          </p:nvPr>
        </p:nvSpPr>
        <p:spPr/>
        <p:txBody>
          <a:bodyPr/>
          <a:lstStyle/>
          <a:p>
            <a:r>
              <a:rPr kumimoji="1" lang="ja-JP" altLang="en-US" dirty="0"/>
              <a:t>自分の役職に対する責任感があって、かつ真面目</a:t>
            </a:r>
            <a:br>
              <a:rPr lang="en-US" altLang="ja-JP" dirty="0"/>
            </a:br>
            <a:r>
              <a:rPr lang="ja-JP" altLang="en-US" dirty="0"/>
              <a:t>⇒自分からやるべきことを探し、</a:t>
            </a:r>
            <a:r>
              <a:rPr kumimoji="1" lang="ja-JP" altLang="en-US" dirty="0"/>
              <a:t>責任感を持って行動できる</a:t>
            </a:r>
            <a:endParaRPr kumimoji="1" lang="en-US" altLang="ja-JP" dirty="0"/>
          </a:p>
          <a:p>
            <a:endParaRPr lang="en-US" altLang="ja-JP" dirty="0"/>
          </a:p>
          <a:p>
            <a:endParaRPr kumimoji="1" lang="en-US" altLang="ja-JP" dirty="0"/>
          </a:p>
          <a:p>
            <a:r>
              <a:rPr lang="ja-JP" altLang="en-US" dirty="0"/>
              <a:t>折衷案を提案する折衝力がある</a:t>
            </a:r>
            <a:br>
              <a:rPr lang="en-US" altLang="ja-JP" dirty="0"/>
            </a:br>
            <a:r>
              <a:rPr lang="ja-JP" altLang="en-US" dirty="0"/>
              <a:t>⇒意見をまとめ、合意を得ることができる</a:t>
            </a:r>
            <a:endParaRPr kumimoji="1" lang="ja-JP" altLang="en-US" dirty="0"/>
          </a:p>
        </p:txBody>
      </p:sp>
    </p:spTree>
    <p:extLst>
      <p:ext uri="{BB962C8B-B14F-4D97-AF65-F5344CB8AC3E}">
        <p14:creationId xmlns:p14="http://schemas.microsoft.com/office/powerpoint/2010/main" val="2815987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7D89C5-1A6D-D6BE-4817-C01926971B2E}"/>
              </a:ext>
            </a:extLst>
          </p:cNvPr>
          <p:cNvSpPr>
            <a:spLocks noGrp="1"/>
          </p:cNvSpPr>
          <p:nvPr>
            <p:ph type="title"/>
          </p:nvPr>
        </p:nvSpPr>
        <p:spPr/>
        <p:txBody>
          <a:bodyPr/>
          <a:lstStyle/>
          <a:p>
            <a:r>
              <a:rPr kumimoji="1" lang="ja-JP" altLang="en-US" dirty="0"/>
              <a:t>長﨑さんのもとで学びたいこと</a:t>
            </a:r>
          </a:p>
        </p:txBody>
      </p:sp>
      <p:sp>
        <p:nvSpPr>
          <p:cNvPr id="3" name="コンテンツ プレースホルダー 2">
            <a:extLst>
              <a:ext uri="{FF2B5EF4-FFF2-40B4-BE49-F238E27FC236}">
                <a16:creationId xmlns:a16="http://schemas.microsoft.com/office/drawing/2014/main" id="{A8493FF3-FDC0-C251-42D0-028A91E5FC08}"/>
              </a:ext>
            </a:extLst>
          </p:cNvPr>
          <p:cNvSpPr>
            <a:spLocks noGrp="1"/>
          </p:cNvSpPr>
          <p:nvPr>
            <p:ph idx="1"/>
          </p:nvPr>
        </p:nvSpPr>
        <p:spPr/>
        <p:txBody>
          <a:bodyPr/>
          <a:lstStyle/>
          <a:p>
            <a:pPr marL="0" indent="0">
              <a:buNone/>
            </a:pPr>
            <a:r>
              <a:rPr lang="ja-JP" altLang="en-US" dirty="0"/>
              <a:t>ビジネスをやるうえで必要なこと</a:t>
            </a:r>
            <a:br>
              <a:rPr lang="en-US" altLang="ja-JP" dirty="0"/>
            </a:br>
            <a:r>
              <a:rPr lang="ja-JP" altLang="en-US" dirty="0"/>
              <a:t>⇒１企画　２集客　３営業</a:t>
            </a:r>
            <a:endParaRPr lang="en-US" altLang="ja-JP" dirty="0"/>
          </a:p>
          <a:p>
            <a:endParaRPr lang="en-US" altLang="ja-JP" dirty="0"/>
          </a:p>
          <a:p>
            <a:pPr marL="0" indent="0">
              <a:buNone/>
            </a:pPr>
            <a:r>
              <a:rPr lang="ja-JP" altLang="en-US" dirty="0"/>
              <a:t>２集客は</a:t>
            </a:r>
            <a:r>
              <a:rPr lang="en-US" altLang="ja-JP" dirty="0"/>
              <a:t>SNS</a:t>
            </a:r>
            <a:r>
              <a:rPr lang="ja-JP" altLang="en-US" dirty="0"/>
              <a:t>を活用する</a:t>
            </a:r>
            <a:endParaRPr lang="en-US" altLang="ja-JP" dirty="0"/>
          </a:p>
          <a:p>
            <a:pPr marL="0" indent="0">
              <a:buNone/>
            </a:pPr>
            <a:r>
              <a:rPr lang="ja-JP" altLang="en-US" dirty="0"/>
              <a:t>３営業は長﨑さんからお仕事をいただき、実践を交えて学んでいきたい</a:t>
            </a:r>
            <a:endParaRPr lang="en-US" altLang="ja-JP" dirty="0"/>
          </a:p>
          <a:p>
            <a:pPr marL="0" indent="0">
              <a:buNone/>
            </a:pPr>
            <a:r>
              <a:rPr lang="ja-JP" altLang="en-US" dirty="0"/>
              <a:t>１企画は自ら何か行えるレベルに達したら学ぶ</a:t>
            </a:r>
            <a:endParaRPr lang="en-US" altLang="ja-JP" dirty="0"/>
          </a:p>
          <a:p>
            <a:pPr marL="0" indent="0">
              <a:buNone/>
            </a:pPr>
            <a:endParaRPr lang="en-US" altLang="ja-JP" dirty="0"/>
          </a:p>
        </p:txBody>
      </p:sp>
    </p:spTree>
    <p:extLst>
      <p:ext uri="{BB962C8B-B14F-4D97-AF65-F5344CB8AC3E}">
        <p14:creationId xmlns:p14="http://schemas.microsoft.com/office/powerpoint/2010/main" val="25729654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1720</TotalTime>
  <Words>409</Words>
  <Application>Microsoft Office PowerPoint</Application>
  <PresentationFormat>ワイド画面</PresentationFormat>
  <Paragraphs>32</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自己紹介＆自己PR</vt:lpstr>
      <vt:lpstr>＜自己紹介＞  オカダ　　　リクシ 岡田　陸史 法制大学通信教育部　経済学部経済学科1年 2003年生まれ　現在20歳   </vt:lpstr>
      <vt:lpstr>出会い</vt:lpstr>
      <vt:lpstr>起業に対する考え</vt:lpstr>
      <vt:lpstr>運動家～16Personalities～</vt:lpstr>
      <vt:lpstr>自己分析</vt:lpstr>
      <vt:lpstr>長﨑さんのもとで学びたいこと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自己紹介＆自己PR</dc:title>
  <dc:creator>陸史 岡田</dc:creator>
  <cp:lastModifiedBy>陸史 岡田</cp:lastModifiedBy>
  <cp:revision>2</cp:revision>
  <dcterms:created xsi:type="dcterms:W3CDTF">2023-10-14T15:25:51Z</dcterms:created>
  <dcterms:modified xsi:type="dcterms:W3CDTF">2023-10-15T20:06:06Z</dcterms:modified>
</cp:coreProperties>
</file>